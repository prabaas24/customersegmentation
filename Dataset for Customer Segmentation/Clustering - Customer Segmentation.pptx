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xcelr Solutions" userId="bef774ce1bef9a31" providerId="LiveId" clId="{FBD4298F-1FEE-4392-836D-278990855B65}"/>
    <pc:docChg chg="modSld">
      <pc:chgData name="Excelr Solutions" userId="bef774ce1bef9a31" providerId="LiveId" clId="{FBD4298F-1FEE-4392-836D-278990855B65}" dt="2024-04-12T11:31:03.553" v="4" actId="14100"/>
      <pc:docMkLst>
        <pc:docMk/>
      </pc:docMkLst>
      <pc:sldChg chg="modSp mod">
        <pc:chgData name="Excelr Solutions" userId="bef774ce1bef9a31" providerId="LiveId" clId="{FBD4298F-1FEE-4392-836D-278990855B65}" dt="2024-04-12T11:31:03.553" v="4" actId="14100"/>
        <pc:sldMkLst>
          <pc:docMk/>
          <pc:sldMk cId="1498196676" sldId="256"/>
        </pc:sldMkLst>
        <pc:spChg chg="mod">
          <ac:chgData name="Excelr Solutions" userId="bef774ce1bef9a31" providerId="LiveId" clId="{FBD4298F-1FEE-4392-836D-278990855B65}" dt="2024-04-12T11:31:03.553" v="4" actId="14100"/>
          <ac:spMkLst>
            <pc:docMk/>
            <pc:sldMk cId="1498196676" sldId="256"/>
            <ac:spMk id="4" creationId="{7390E908-7097-E7C8-C99F-9B27E25A28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FA41-A75E-AF17-7F06-3FB421A34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D6136-D8FB-A2DD-8AF5-84B5D1228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EBF4-5285-774D-37DA-D7F02961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A9759-9554-7E3F-08EA-71D55CBB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CB2DC-2D0F-F770-D015-0CE21C2A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98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F152-B4E4-26BB-62BC-732BD888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7CD6F-9EAF-6D55-DBF2-D835EF3B8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1DAD1-BA3A-6167-F297-1251E4E0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4DF6C-5274-A95A-45B7-3297481B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4CAC-A742-899C-2C44-9A5CE72E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9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E57E-37BD-DF5A-8FC5-F6D335C4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1492C-72B3-DB17-AC9C-F000F0C56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DAEAE-7B92-EA0C-77F5-D6969B498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8A1A2-DC8A-1151-65B1-BE5C5881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C6093-5C3F-31E4-F92F-30485C49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95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C201A-0566-7D95-327B-996B08F9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A790-53AC-9500-1E8E-6914B158C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6A562-171C-B1A5-EE0A-984A3796B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12E50-4062-C297-9AD1-2D3AA638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9C329-560F-DE8D-894D-A4AED19E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D4F50-C4F0-2F03-E229-EB820DAC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87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812C-E1F5-A7AF-AF0C-6EFF64A4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628B-D4A7-2E8A-2E1D-136640B54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2F5A7-43E8-0B5B-72DF-557FE2DEF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9B3A4-7852-A973-FEB6-825670049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17AA2-9099-A72B-AB32-5EC2CCD18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CE06D-86C3-FA5B-FFCA-8E678994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B909A5-28F0-C087-C9B8-60A9A1BE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38367-AA4C-8A27-2D33-40648B10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440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FFE6-CDA8-FE57-2ACC-8B358D5B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1E7FE-E763-2E57-F934-DD0795F3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53617-519F-97E4-8121-A8FDBAB8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C13D5-F92B-02FB-100D-049CBD73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980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F1C8C-ADB9-551B-9D52-B6BF3962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444D5B-4A8C-2267-49D9-8C5A5FE4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D32B5-9714-566C-9DB0-EB3136E2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16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AAEF-D210-2A30-80F8-3699B70A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CF1EF-7F3C-6198-03B9-5D1D30B00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331B3-0093-0A32-27F5-85EE69978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FDE2B-460F-FDC1-432F-13103223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B8ADA-779B-7C56-3134-54D8A998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F998F-F52D-7818-69FE-FA373904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15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7BFC-C05C-DA41-C3D2-34D9E45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BE2533-BA76-DF9E-7162-36C7AA6B3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CE1C3-AD8B-C88A-A8C0-36630E1AF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32115-0640-3F39-BA6B-B661CE88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DBE02-E6FB-F3DB-4C44-9ABE1DB3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7929D-7896-8B88-167B-04A445A0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1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EF425-74E1-5C2B-71B3-E1BA1730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2DA04-0AA4-5595-5F5D-C367057D9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3B12A-749E-EB14-E005-C0A33DAB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20D5-B64A-83BE-C43F-1B061D47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E2030-B2CC-842A-98D1-4C66562C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32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7B7BF8-544A-0D76-A4C7-111D60C363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2DA11-80C9-1C3E-A05B-2DCFF4938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8A00F-D39D-2CE5-9B42-69360E17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97B2D-B193-9FA2-BAF3-60693662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FE85D-3B35-2B5C-8639-F5C55B6F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64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7CC00-FEE3-38AD-DF93-7D03D0E1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A1B1D-A4A2-3EC2-639C-96AA497A1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DF16-7DD8-2DFC-3A28-D39A5E7D2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B02F8-CAF8-4AC6-9367-53DD73BA7F5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56F79-E74F-27C0-5999-36EE6D3C1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339E-3570-29FF-89D9-2DEBE7C0D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EE60D-96E1-4332-A8C4-25EDE86A8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75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90E908-7097-E7C8-C99F-9B27E25A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997" y="382554"/>
            <a:ext cx="8185021" cy="643813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Customer Segmentation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1FC9B8-EB99-23DB-3CCD-C38E6CD3E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224916"/>
              </p:ext>
            </p:extLst>
          </p:nvPr>
        </p:nvGraphicFramePr>
        <p:xfrm>
          <a:off x="2031998" y="1111552"/>
          <a:ext cx="8185021" cy="344780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71039">
                  <a:extLst>
                    <a:ext uri="{9D8B030D-6E8A-4147-A177-3AD203B41FA5}">
                      <a16:colId xmlns:a16="http://schemas.microsoft.com/office/drawing/2014/main" val="2188111488"/>
                    </a:ext>
                  </a:extLst>
                </a:gridCol>
                <a:gridCol w="3508310">
                  <a:extLst>
                    <a:ext uri="{9D8B030D-6E8A-4147-A177-3AD203B41FA5}">
                      <a16:colId xmlns:a16="http://schemas.microsoft.com/office/drawing/2014/main" val="1130025290"/>
                    </a:ext>
                  </a:extLst>
                </a:gridCol>
                <a:gridCol w="3405672">
                  <a:extLst>
                    <a:ext uri="{9D8B030D-6E8A-4147-A177-3AD203B41FA5}">
                      <a16:colId xmlns:a16="http://schemas.microsoft.com/office/drawing/2014/main" val="4239640836"/>
                    </a:ext>
                  </a:extLst>
                </a:gridCol>
              </a:tblGrid>
              <a:tr h="335790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959088"/>
                  </a:ext>
                </a:extLst>
              </a:tr>
              <a:tr h="335790">
                <a:tc>
                  <a:txBody>
                    <a:bodyPr/>
                    <a:lstStyle/>
                    <a:p>
                      <a:r>
                        <a:rPr lang="en-IN" b="1" dirty="0"/>
                        <a:t>26-03-2024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KICK-OFF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12.00PM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37603"/>
                  </a:ext>
                </a:extLst>
              </a:tr>
              <a:tr h="334496">
                <a:tc>
                  <a:txBody>
                    <a:bodyPr/>
                    <a:lstStyle/>
                    <a:p>
                      <a:r>
                        <a:rPr lang="en-IN" b="1" dirty="0"/>
                        <a:t>29-03-2024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Doubt &amp;Clarification Team Update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12.00PM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028070"/>
                  </a:ext>
                </a:extLst>
              </a:tr>
              <a:tr h="587632">
                <a:tc>
                  <a:txBody>
                    <a:bodyPr/>
                    <a:lstStyle/>
                    <a:p>
                      <a:r>
                        <a:rPr lang="en-IN" b="1" dirty="0"/>
                        <a:t>02-04-2024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EDA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12.00PM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312102"/>
                  </a:ext>
                </a:extLst>
              </a:tr>
              <a:tr h="587632">
                <a:tc>
                  <a:txBody>
                    <a:bodyPr/>
                    <a:lstStyle/>
                    <a:p>
                      <a:r>
                        <a:rPr lang="en-IN" b="1" dirty="0"/>
                        <a:t>09-04-2024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Model budling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12.00PM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109931"/>
                  </a:ext>
                </a:extLst>
              </a:tr>
              <a:tr h="587632">
                <a:tc>
                  <a:txBody>
                    <a:bodyPr/>
                    <a:lstStyle/>
                    <a:p>
                      <a:r>
                        <a:rPr lang="en-IN" b="1" dirty="0"/>
                        <a:t>16-04-2024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Model Evaluation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12.00PM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457524"/>
                  </a:ext>
                </a:extLst>
              </a:tr>
              <a:tr h="587632">
                <a:tc>
                  <a:txBody>
                    <a:bodyPr/>
                    <a:lstStyle/>
                    <a:p>
                      <a:r>
                        <a:rPr lang="en-IN" b="1" dirty="0"/>
                        <a:t>23-04-2024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Deployment &amp; Final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12.00PM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95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196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 Clustering - Customer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P361-Clustering - Customer Segmentation</dc:title>
  <dc:creator>Excelr Solutions</dc:creator>
  <cp:lastModifiedBy>Excelr Solutuons</cp:lastModifiedBy>
  <cp:revision>4</cp:revision>
  <dcterms:created xsi:type="dcterms:W3CDTF">2024-02-24T09:59:19Z</dcterms:created>
  <dcterms:modified xsi:type="dcterms:W3CDTF">2026-01-24T10:05:17Z</dcterms:modified>
</cp:coreProperties>
</file>